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Bài trình bày mẫu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Demo PowerPoint trong OnlyOffice Editor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Nội dung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Tính năng:</a:t>
            </a:r>
          </a:p>
          <a:p>
            <a:pPr/>
            <a:r>
              <a:t>Mở file .pptx trực tiếp trong ứng dụng</a:t>
            </a:r>
          </a:p>
          <a:p>
            <a:pPr/>
            <a:r>
              <a:t>Hỗ trợ chỉnh sửa đầy đủ</a:t>
            </a:r>
          </a:p>
          <a:p>
            <a:pPr/>
            <a:r>
              <a:t>Tự động lưu khi đóng editor</a:t>
            </a:r>
          </a:p>
          <a:p>
            <a:pPr/>
            <a:r>
              <a:t>Tương thích với PowerPoint thực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